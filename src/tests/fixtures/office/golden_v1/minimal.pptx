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Generator Room Ventilation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Scope includes HVAC design per Section 23 00 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Equipment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Item 1: Supply Air Unit - Approved</a:t>
            </a:r>
          </a:p>
          <a:p>
            <a:r>
              <a:t>Item 2: Exhaust Fan -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